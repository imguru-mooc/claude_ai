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4F2B8-810A-4BED-A0EC-C8051F688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8D27FEF-9BBD-4122-AF32-AD3030AAC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7F301A-D43D-42C1-90B6-132FA528D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B989BC-94B1-480B-B243-23901370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3691B9-1BD2-4840-AE1D-C93EA37A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717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2FCB8-7ADA-47C9-904B-F72FA4AAD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BF4B5A-B67D-4CE2-A975-05EEF3C53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EF190B-4722-41E4-B69C-98E15991B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DC0BD9-0C37-4A44-A087-7D3E9BA26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CA29ED-DFE7-443D-9122-629E1A33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5989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CC485-861D-41FD-9E6A-458A8FE71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D53865-8B29-48DF-96C2-6F17C2585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7C3C74-6B5A-4C43-A590-418EB2950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5853F-44BC-47A8-92EE-E886ED022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A47A3-728F-46E2-8924-8EAF7BF09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449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5D281-8BC8-41AA-A471-C40D327B3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450DCC-EDC1-4F22-93A6-67997FE6EA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1509011-2D82-4365-B443-2A09C5EDC4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AB5E14-80AF-49DB-98E5-686235792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44E8EA-9F73-4C23-889C-ADDC57482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497DBB-E753-4524-82E0-D47B9F185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71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20CEA6-1074-463E-825A-C26F4FFD3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0353241-E7A4-4D9E-BD8C-FB44BF466D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CEF63-ABCF-46A8-A816-28B3C9A4F7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9611676-6A96-408B-A1E1-2D8CC2476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3E9670-8570-42A1-A850-609B6FB981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F5CB093-176D-4333-8577-3956AD3AD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178D680-877D-4760-A8F6-311E6C81B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747D35-D8CC-4845-9370-864CDA782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066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2201DD-A956-4486-A48E-D5F7A30A6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A2490F-41F5-403B-AD12-C2CF7E3E7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945B77-4687-4404-AF08-8412D641B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049D2B-0C07-491F-AA7D-1BB066372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941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47A2FB6-98CF-4694-9CE1-7B864DC80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D36424-942E-491C-9DF0-FF944E54F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245638-DB14-4601-9E81-6479754D1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4087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37FB2-3707-4602-ACC9-224E858FC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834C6D-955B-4B09-B9B6-A16132787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2717CCF-095B-4680-878E-1D5D1C15E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193757-763E-41A6-A512-FD17FD4DE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4BD138-FA50-4839-9D32-ECFDA30FC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9E2C09-6D90-4920-B3F8-40225FF3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422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C3D36-3475-411B-9065-656F1B696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2F10811-635C-47BF-A6A9-227C9A966B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E41EF6-84C6-479B-90B1-0F9A043CD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4BF417-FC87-442A-A060-5B6870E21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F658DE-62C3-4B26-846C-4EE13C2C6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5E5A79-7F5E-4825-89F2-9B1D5D28B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849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6E352-0D52-4B83-8434-BFDE1C542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BC9AD1-0D33-4426-9FA5-522FCAD5C2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5AE610-D9C7-4FE0-AFC2-221A24EA7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F5E8EF-C2AD-4F7F-9C60-BC5E95DB3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38280C-2C0A-4FA0-B323-F5A02D098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73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2ED74B3-36BF-409A-B26D-1574CEA992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57318F4-5051-404C-BE5E-AFBAA03BA4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FA54F7-8515-4C9B-ADFA-876F9110C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7EC7B-7DCD-4863-BC34-78F983D0D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57569F-5697-4E10-A132-392ED994D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5313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C5B07FA-76C7-4BB1-9CA8-EE2BBE573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40FF8D-CA21-46A2-9690-C6A3BAEAD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3CFA81-756F-4868-85B6-D7ABFA2D83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0922C-8FE8-4B02-B437-E339CB11B14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7EC8A4-7C33-41A8-BAB3-564DBB20B9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A10EB3-9327-40DA-8FF3-775A8EF5A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89BBE4-ECFF-4EEF-9192-BF415FF3D0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8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guru-mooc/CLAUDE_AI" TargetMode="External"/><Relationship Id="rId2" Type="http://schemas.openxmlformats.org/officeDocument/2006/relationships/hyperlink" Target="mailto:jikim@imguru.co.kr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laude.a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4285205-D762-4769-9EF1-264B5EAE8232}"/>
              </a:ext>
            </a:extLst>
          </p:cNvPr>
          <p:cNvSpPr txBox="1"/>
          <p:nvPr/>
        </p:nvSpPr>
        <p:spPr>
          <a:xfrm>
            <a:off x="355600" y="372534"/>
            <a:ext cx="10615983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err="1"/>
              <a:t>강사명</a:t>
            </a:r>
            <a:r>
              <a:rPr lang="ko-KR" altLang="en-US" sz="3200"/>
              <a:t> </a:t>
            </a:r>
            <a:r>
              <a:rPr lang="en-US" altLang="ko-KR" sz="3200"/>
              <a:t>: </a:t>
            </a:r>
            <a:r>
              <a:rPr lang="ko-KR" altLang="en-US" sz="3200"/>
              <a:t>김정인</a:t>
            </a:r>
            <a:endParaRPr lang="en-US" altLang="ko-KR" sz="3200"/>
          </a:p>
          <a:p>
            <a:r>
              <a:rPr lang="en-US" altLang="ko-KR" sz="3200"/>
              <a:t>Email : </a:t>
            </a:r>
            <a:r>
              <a:rPr lang="en-US" altLang="ko-KR" sz="3200">
                <a:hlinkClick r:id="rId2"/>
              </a:rPr>
              <a:t>jikim@imguru.co.kr</a:t>
            </a:r>
            <a:endParaRPr lang="en-US" altLang="ko-KR" sz="3200"/>
          </a:p>
          <a:p>
            <a:endParaRPr lang="en-US" altLang="ko-KR" sz="3200"/>
          </a:p>
          <a:p>
            <a:r>
              <a:rPr lang="ko-KR" altLang="en-US" sz="3200"/>
              <a:t>강의자료 </a:t>
            </a:r>
            <a:r>
              <a:rPr lang="en-US" altLang="ko-KR" sz="3200"/>
              <a:t>: </a:t>
            </a:r>
            <a:r>
              <a:rPr lang="en-US" altLang="ko-KR" sz="3200">
                <a:hlinkClick r:id="rId3"/>
              </a:rPr>
              <a:t>https://github.com/imguru-mooc/CLAUDE_AI</a:t>
            </a:r>
            <a:endParaRPr lang="en-US" altLang="ko-KR" sz="3200"/>
          </a:p>
          <a:p>
            <a:endParaRPr lang="en-US" altLang="ko-KR" sz="3200"/>
          </a:p>
          <a:p>
            <a:r>
              <a:rPr lang="ko-KR" altLang="en-US" sz="3200"/>
              <a:t>클로드</a:t>
            </a:r>
            <a:r>
              <a:rPr lang="en-US" altLang="ko-KR" sz="3200"/>
              <a:t>AI : </a:t>
            </a:r>
            <a:r>
              <a:rPr lang="en-US" altLang="ko-KR" sz="3200">
                <a:hlinkClick r:id="rId4"/>
              </a:rPr>
              <a:t>https://claude.ai/</a:t>
            </a:r>
            <a:endParaRPr lang="en-US" altLang="ko-KR" sz="3200"/>
          </a:p>
          <a:p>
            <a:endParaRPr lang="en-US" altLang="ko-KR" sz="3200"/>
          </a:p>
          <a:p>
            <a:r>
              <a:rPr lang="en-US" altLang="ko-KR" sz="3200"/>
              <a:t>https://playground.tensorflow.org/</a:t>
            </a:r>
          </a:p>
          <a:p>
            <a:endParaRPr lang="en-US" altLang="ko-KR" sz="3200"/>
          </a:p>
          <a:p>
            <a:r>
              <a:rPr lang="ko-KR" altLang="en-US" sz="3200"/>
              <a:t>수업시간 </a:t>
            </a:r>
            <a:r>
              <a:rPr lang="en-US" altLang="ko-KR" sz="3200"/>
              <a:t>: 45</a:t>
            </a:r>
            <a:r>
              <a:rPr lang="ko-KR" altLang="en-US" sz="3200"/>
              <a:t>분 수업</a:t>
            </a:r>
            <a:r>
              <a:rPr lang="en-US" altLang="ko-KR" sz="3200"/>
              <a:t>, 15 </a:t>
            </a:r>
            <a:r>
              <a:rPr lang="ko-KR" altLang="en-US" sz="3200"/>
              <a:t>휴식</a:t>
            </a:r>
          </a:p>
        </p:txBody>
      </p:sp>
    </p:spTree>
    <p:extLst>
      <p:ext uri="{BB962C8B-B14F-4D97-AF65-F5344CB8AC3E}">
        <p14:creationId xmlns:p14="http://schemas.microsoft.com/office/powerpoint/2010/main" val="3973030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50</Words>
  <Application>Microsoft Office PowerPoint</Application>
  <PresentationFormat>와이드스크린</PresentationFormat>
  <Paragraphs>10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소형 박</dc:creator>
  <cp:lastModifiedBy>소형 박</cp:lastModifiedBy>
  <cp:revision>5</cp:revision>
  <dcterms:created xsi:type="dcterms:W3CDTF">2026-07-20T04:07:03Z</dcterms:created>
  <dcterms:modified xsi:type="dcterms:W3CDTF">2026-07-20T07:51:37Z</dcterms:modified>
</cp:coreProperties>
</file>